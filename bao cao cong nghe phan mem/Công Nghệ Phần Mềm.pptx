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5" r:id="rId6"/>
    <p:sldId id="274" r:id="rId7"/>
    <p:sldId id="265" r:id="rId8"/>
    <p:sldId id="266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5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5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5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4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1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6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59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7E49E-0D21-420F-9024-A00495796FA2}" type="datetimeFigureOut">
              <a:rPr lang="en-US" smtClean="0"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7A75-A98B-423A-BC24-2112FDBD3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20586"/>
          </a:xfrm>
        </p:spPr>
        <p:txBody>
          <a:bodyPr>
            <a:normAutofit/>
          </a:bodyPr>
          <a:lstStyle/>
          <a:p>
            <a:r>
              <a:rPr lang="en-US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84645"/>
            <a:ext cx="9144000" cy="1787855"/>
          </a:xfrm>
        </p:spPr>
        <p:txBody>
          <a:bodyPr>
            <a:normAutofit/>
          </a:bodyPr>
          <a:lstStyle/>
          <a:p>
            <a:r>
              <a:rPr lang="en-US" sz="4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BÁN ĐỒNG HỒ</a:t>
            </a:r>
          </a:p>
        </p:txBody>
      </p:sp>
    </p:spTree>
    <p:extLst>
      <p:ext uri="{BB962C8B-B14F-4D97-AF65-F5344CB8AC3E}">
        <p14:creationId xmlns:p14="http://schemas.microsoft.com/office/powerpoint/2010/main" val="3348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3819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20370"/>
            <a:ext cx="9144000" cy="2637430"/>
          </a:xfrm>
        </p:spPr>
        <p:txBody>
          <a:bodyPr>
            <a:normAutofit/>
          </a:bodyPr>
          <a:lstStyle/>
          <a:p>
            <a:pPr algn="l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  <a:p>
            <a:pPr algn="l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3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 tất cả mọi lúc, mọi nơi.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chiến lược tiếp thị có hiệu quả.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 uy tín và giá trị thương hiệu.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Giảm chi phí kinh doanh.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Thuận tiện cho khách hàng.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sản phẩm và dịch vụ chuyên nghiệp.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ăng khả năng tiếp cận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khách hàng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Quảng cáo không giới hạn. </a:t>
            </a:r>
          </a:p>
        </p:txBody>
      </p:sp>
    </p:spTree>
    <p:extLst>
      <p:ext uri="{BB962C8B-B14F-4D97-AF65-F5344CB8AC3E}">
        <p14:creationId xmlns:p14="http://schemas.microsoft.com/office/powerpoint/2010/main" val="6963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MVC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MVC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là viết tắt của Model – View – Controller. Nói cho dễ hiểu, nó là mô hình phân bố source code thành 3 phần, mỗi thành phần có một nhiệm vụ riêng biệt và độc lập với các thành phần khác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Đây là thành phần chứa tất cả các phương thức xử lý, truy xuất database, đối tượng mô tả dữ liệu như các Class, hàm xử lý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4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3140"/>
            <a:ext cx="10515600" cy="45938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 Đảm nhận việc hiển thị thông tin, tương tác với người dùng, nơi chứa tất cả các đối tượng nó là tập hợp các form hoặc các file HTML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Controller: Giữ nhiệm vụ nhận điều hướng các yêu cầu từ người dùng và gọi đúng những phương thức xử lý chúng.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18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7356"/>
            <a:ext cx="10515600" cy="5090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MVC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ược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thành các thành phần độc lập nên giúp phát triển ứng dụng nhanh, đơn giản, dễ nâng cấp, bảo trì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kềnh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87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Đây là một website bán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và giới thiệu sản phẩm đến người tiêu dùng với các chi tiết mặt hàng với giá cả chính xác. Có các chứa năng sau: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Cho phép cập nhật hàng vào CSDL.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danh sách các mặt hàng theo từng loại.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hàng hoá khách hàng đã chọn mua.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5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5469"/>
            <a:ext cx="10515600" cy="4572000"/>
          </a:xfrm>
        </p:spPr>
        <p:txBody>
          <a:bodyPr/>
          <a:lstStyle/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tin khách hàng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đơn đặt hàng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hàng hoá, nhà sản xuất, loại hàng.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Xử lý đơn hàng.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Thống kê các khách hàng mua trong ngày,trong khoảng thời gian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43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69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7707" y="1392072"/>
            <a:ext cx="6796585" cy="46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7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962" y="1419367"/>
            <a:ext cx="6823880" cy="460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1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8609" y="1037230"/>
            <a:ext cx="6810233" cy="470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4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961" y="1091821"/>
            <a:ext cx="6837529" cy="490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6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961" y="914400"/>
            <a:ext cx="6837529" cy="511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61" y="1690688"/>
            <a:ext cx="6851176" cy="4055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732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13" y="1214650"/>
            <a:ext cx="6851177" cy="4476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725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61" y="1050878"/>
            <a:ext cx="6851176" cy="5126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062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12" y="1009934"/>
            <a:ext cx="6864825" cy="5167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57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62" y="1091821"/>
            <a:ext cx="6823880" cy="4408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132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13" y="1037230"/>
            <a:ext cx="6851177" cy="4300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649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61" y="1160060"/>
            <a:ext cx="6837530" cy="5016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418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447</Words>
  <Application>Microsoft Office PowerPoint</Application>
  <PresentationFormat>Widescreen</PresentationFormat>
  <Paragraphs>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Công Nghệ Phần Mềm</vt:lpstr>
      <vt:lpstr> Thành Viên Nhóm</vt:lpstr>
      <vt:lpstr>1. Lý Do Thiết Kế Website Bán Đồng Hồ</vt:lpstr>
      <vt:lpstr>2. Kiến Trúc Hệ Thống</vt:lpstr>
      <vt:lpstr>PowerPoint Presentation</vt:lpstr>
      <vt:lpstr>PowerPoint Presentation</vt:lpstr>
      <vt:lpstr>4. Những Chức Năng Của Website Bán Đồng Hồ</vt:lpstr>
      <vt:lpstr>PowerPoint Presentation</vt:lpstr>
      <vt:lpstr>5. Giao Diện Người Dùng</vt:lpstr>
      <vt:lpstr>PowerPoint Presentation</vt:lpstr>
      <vt:lpstr>PowerPoint Presentation</vt:lpstr>
      <vt:lpstr>PowerPoint Presentation</vt:lpstr>
      <vt:lpstr>PowerPoint Presentation</vt:lpstr>
      <vt:lpstr>6. Giao Diện Admin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Cơ Sở Nghành</dc:title>
  <dc:creator>Admin</dc:creator>
  <cp:lastModifiedBy>Admin</cp:lastModifiedBy>
  <cp:revision>10</cp:revision>
  <dcterms:created xsi:type="dcterms:W3CDTF">2019-12-18T01:22:44Z</dcterms:created>
  <dcterms:modified xsi:type="dcterms:W3CDTF">2020-01-01T14:45:01Z</dcterms:modified>
</cp:coreProperties>
</file>